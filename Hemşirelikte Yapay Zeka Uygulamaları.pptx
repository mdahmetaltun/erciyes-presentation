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https://prezi.com/s3y8ladfc1bq/?referral_token=9-oBdjlnB3FN&amp;utm_source=ppt_qr_code" TargetMode="External" Type="http://schemas.openxmlformats.org/officeDocument/2006/relationships/hyperlink"/><Relationship Id="rId4" Target="../media/image5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i.com/s3y8ladfc1bq/?referral_token=9-oBdjlnB3FN&amp;utm_source=ppt_qr_code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14400" y="8496300"/>
            <a:ext cx="7162800" cy="1422400"/>
          </a:xfrm>
          <a:custGeom>
            <a:avLst/>
            <a:gdLst/>
            <a:ahLst/>
            <a:cxnLst/>
            <a:rect r="r" b="b" t="t" l="l"/>
            <a:pathLst>
              <a:path h="1422400" w="7162800">
                <a:moveTo>
                  <a:pt x="0" y="0"/>
                </a:moveTo>
                <a:lnTo>
                  <a:pt x="7162800" y="0"/>
                </a:lnTo>
                <a:lnTo>
                  <a:pt x="7162800" y="1422400"/>
                </a:lnTo>
                <a:lnTo>
                  <a:pt x="0" y="1422400"/>
                </a:lnTo>
                <a:close/>
              </a:path>
            </a:pathLst>
          </a:custGeom>
          <a:noFill/>
          <a:ln>
            <a:noFill/>
          </a:ln>
        </p:spPr>
      </p:sp>
      <p:pic>
        <p:nvPicPr>
          <p:cNvPr id="4" name="Picture 4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1900" y="3860800"/>
            <a:ext cx="5994400" cy="599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